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6D63-5AF2-2DC3-5449-D8AFA871C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689E3-BD2E-B687-8BF0-1FAA52161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50CEE-0223-D92F-4F3F-6EBCE650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7634-6C29-852E-C8AB-AB18B508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2F3F2-F4DF-908E-30B5-97F17C94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59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42B3-D96B-8C20-86D5-14DC2F8B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BCFC-7E9D-6435-6E02-7CBA6FC07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73FB-2D02-721D-326D-113C4F8D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C779-E131-B99B-F556-880582B4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A07FA-21AC-6E27-46CD-A345952C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915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22E5-5720-967C-CE60-00BD5844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9AD3B-B010-D886-4861-D9AEC7342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F580-E81D-9F71-489C-E0D48074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EB48-9B78-B10D-E7D9-DCFE7D13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ED3B8-84AE-5959-C0B7-A9C8BCF3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04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A9E2-0D11-8EDC-9B54-D436B5E5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A7E94-39BE-6006-DAD7-8B578C637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BE2C6-B5F3-D197-BAE4-3F91F9AB3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6DA54-D141-5720-AE91-EAA4AB92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2B182-917F-ED5A-B182-02A9DE59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423E8-63C1-034B-9C51-9A233D9F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04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8FFF-02CC-5507-5871-D10F052B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75743-DE1D-251B-7CDA-613D201AE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918A7-00E4-CEB9-47E2-B966B40DF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6A812-8977-4275-FE74-10BE0F334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CB7A5-E15A-D61A-0A72-D779AC7B1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3915C-C05E-2764-D890-9A2E06E2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19B72-518F-4E2A-519D-DE390EC1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5BD39-9C11-2675-E819-A89CFEA8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25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5A15-E8B4-AD5B-5BC4-50A185CB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31297-2210-F49B-EF22-773C4132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C0DB2-2B6E-7B55-9AFC-3BA4DD27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17F0F-B34E-0F5E-63D2-95FEC81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71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EF098-6BE8-14D1-2E84-B2BFBC53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05938-A81D-00BB-6B42-E6FBD4C9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E578D-7754-44D4-6CEE-5D87C45B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98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2E5F-3E37-9DE8-5330-D730B6E1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60600-4B10-1752-F666-A2F583C73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B5B9C-9ADB-CD96-59E7-BBF4C421A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B8526-BA46-E977-AEA5-3AC050B1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35006-BEA1-E280-5E3F-1D0EA914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FCD9E-DC02-E350-7F27-1A87E9BE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8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4BF2-CFDF-3032-9823-8661FFB2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356D81-9D29-1B71-991C-353010A32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22C03-7032-FEF8-D8F3-CA74EFD90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5F6C4-12AF-2E80-43E2-88476E75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76E16-C9C5-6AE7-93C0-51DA1087E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A19BA-C149-9928-6C9D-E425680E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773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A524-7AE8-434F-25DC-24432506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E5BBB-04F1-F61E-6800-31D6C2825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9C62F-D611-A740-847C-1DF5B25E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B3DA3-E89B-04BC-53E1-7B910F39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1F2FD-0CCD-70EA-CEAB-C6515F7C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47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66447-352A-E71C-0234-61AEC81A2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2F1A4-4598-00DF-C505-CA144652E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CD8DE-BA47-DA81-D0AB-DF5DDCC8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9FBC6-B5D2-A7AC-2A86-73C52961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C722D-E86A-9FCF-6B36-59E0C424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5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4A6A0-D2EE-860D-C93B-605C6635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AD221-F353-278F-41B9-29D627BA1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17B39-BBA0-DDB1-E8FC-3B2FE25A2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9070B-54D8-4C85-B9D9-218E8999A169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DEC60-8F4E-89D4-E4B6-28883A47C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FD623-BE2E-C473-3783-3AE8DCACD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D9C51-FB43-4D0C-93AD-672DCA148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04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4C87-AA3E-F2FF-35F3-B4DEF99A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86" y="-1032607"/>
            <a:ext cx="10515600" cy="9372432"/>
          </a:xfrm>
        </p:spPr>
        <p:txBody>
          <a:bodyPr>
            <a:normAutofit/>
          </a:bodyPr>
          <a:lstStyle/>
          <a:p>
            <a:r>
              <a:rPr lang="en-US" b="1" dirty="0"/>
              <a:t>PROJECT TITLE  : File Integrity Monitoring System Using Cryptographic Hashing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TEAM MEMBERS : </a:t>
            </a:r>
            <a:br>
              <a:rPr lang="en-US" b="1" dirty="0"/>
            </a:br>
            <a:r>
              <a:rPr lang="en-IN" sz="4000" b="1" dirty="0"/>
              <a:t>• </a:t>
            </a:r>
            <a:r>
              <a:rPr lang="en-IN" sz="4000" dirty="0"/>
              <a:t>PALAK UPADHYAY – 2410031609</a:t>
            </a:r>
            <a:br>
              <a:rPr lang="en-IN" sz="4000" dirty="0"/>
            </a:br>
            <a:r>
              <a:rPr lang="en-IN" sz="4000" dirty="0"/>
              <a:t>• AYUSH ARNAV </a:t>
            </a:r>
            <a:r>
              <a:rPr lang="en-IN" sz="4000" b="1"/>
              <a:t>– </a:t>
            </a:r>
            <a:r>
              <a:rPr lang="en-IN" sz="4000"/>
              <a:t>2410031533</a:t>
            </a:r>
            <a:br>
              <a:rPr lang="en-IN" sz="4000" b="1" dirty="0"/>
            </a:br>
            <a:r>
              <a:rPr lang="en-IN" sz="4000" b="1" dirty="0"/>
              <a:t>•</a:t>
            </a:r>
            <a:r>
              <a:rPr lang="en-IN" sz="4000" dirty="0"/>
              <a:t>AYUSH KUMAR </a:t>
            </a:r>
            <a:r>
              <a:rPr lang="en-IN" sz="4000" b="1" dirty="0"/>
              <a:t>– </a:t>
            </a:r>
            <a:r>
              <a:rPr lang="en-IN" sz="4000" dirty="0"/>
              <a:t>2410031217</a:t>
            </a:r>
            <a:br>
              <a:rPr lang="en-IN" sz="4000" b="1" dirty="0"/>
            </a:br>
            <a:r>
              <a:rPr lang="en-IN" sz="4000" b="1" dirty="0"/>
              <a:t>• </a:t>
            </a:r>
            <a:r>
              <a:rPr lang="en-IN" sz="4000" dirty="0"/>
              <a:t>ATHARVA CHAVAN </a:t>
            </a:r>
            <a:r>
              <a:rPr lang="en-IN" sz="4000" b="1" dirty="0"/>
              <a:t>– </a:t>
            </a:r>
            <a:r>
              <a:rPr lang="en-IN" sz="4000" dirty="0"/>
              <a:t>2410031695</a:t>
            </a:r>
            <a:br>
              <a:rPr lang="en-IN" sz="4000" b="1" dirty="0"/>
            </a:br>
            <a:r>
              <a:rPr lang="en-IN" sz="4000" b="1" dirty="0"/>
              <a:t>•</a:t>
            </a:r>
            <a:r>
              <a:rPr lang="en-IN" sz="4000" dirty="0"/>
              <a:t>DAKSH VASHISTH </a:t>
            </a:r>
            <a:r>
              <a:rPr lang="en-IN" sz="4000" b="1" dirty="0"/>
              <a:t>– </a:t>
            </a:r>
            <a:r>
              <a:rPr lang="en-IN" sz="4000" dirty="0"/>
              <a:t>2410031748</a:t>
            </a:r>
            <a:br>
              <a:rPr lang="en-IN" sz="4000" b="1" dirty="0"/>
            </a:br>
            <a:r>
              <a:rPr lang="en-IN" b="1" dirty="0"/>
              <a:t>•PRESENTED T0 : DR SAURABH KUMAR</a:t>
            </a:r>
            <a:br>
              <a:rPr lang="en-IN" b="1" dirty="0"/>
            </a:br>
            <a:r>
              <a:rPr lang="en-IN" b="1" dirty="0"/>
              <a:t>• BATCH : 2CSE16</a:t>
            </a:r>
            <a:br>
              <a:rPr lang="en-US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75253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A8ED-47C8-F11D-37DE-B4598AFD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622" y="500062"/>
            <a:ext cx="10684042" cy="1325563"/>
          </a:xfrm>
        </p:spPr>
        <p:txBody>
          <a:bodyPr/>
          <a:lstStyle/>
          <a:p>
            <a:r>
              <a:rPr lang="en-US" b="1" dirty="0"/>
              <a:t>File Integrity Monitoring System Using Cryptographic Hashing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7866-F669-B743-6635-7F47F22FD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1- Project Objective </a:t>
            </a:r>
          </a:p>
          <a:p>
            <a:pPr marL="0" indent="0">
              <a:buNone/>
            </a:pPr>
            <a:r>
              <a:rPr lang="en-IN" dirty="0"/>
              <a:t>The aim of this project is to develop a </a:t>
            </a:r>
            <a:r>
              <a:rPr lang="en-IN" b="1" dirty="0"/>
              <a:t>File integrity Monitoring System </a:t>
            </a:r>
            <a:r>
              <a:rPr lang="en-IN" dirty="0"/>
              <a:t>using cryptographic hashing techniques to detect unauthorized or accidental changes in files and ensure data integrity .This system users ensures their important file remain secure , unchanged and protected from unauthorized modification.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2 – Work Completed in Week1</a:t>
            </a:r>
          </a:p>
          <a:p>
            <a:pPr marL="0" indent="0">
              <a:buNone/>
            </a:pPr>
            <a:r>
              <a:rPr lang="en-IN" b="1" dirty="0"/>
              <a:t>Topic Finalization</a:t>
            </a:r>
          </a:p>
          <a:p>
            <a:pPr marL="0" indent="0">
              <a:buNone/>
            </a:pPr>
            <a:r>
              <a:rPr lang="en-US" dirty="0"/>
              <a:t>Selected the Project topic : </a:t>
            </a:r>
            <a:r>
              <a:rPr lang="en-US" b="1" dirty="0"/>
              <a:t> File Integrity Monitoring System </a:t>
            </a:r>
          </a:p>
          <a:p>
            <a:pPr marL="0" indent="0">
              <a:buNone/>
            </a:pPr>
            <a:r>
              <a:rPr lang="en-US" dirty="0"/>
              <a:t>Understood the concept how cryptographic hash function like SHA-256 ensure data integrity by generating unique ,one–way hash values that detect any changes in files. </a:t>
            </a:r>
          </a:p>
        </p:txBody>
      </p:sp>
    </p:spTree>
    <p:extLst>
      <p:ext uri="{BB962C8B-B14F-4D97-AF65-F5344CB8AC3E}">
        <p14:creationId xmlns:p14="http://schemas.microsoft.com/office/powerpoint/2010/main" val="14791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3270-956B-713B-8D18-911899C2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Initial research on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F9940-64A5-57A4-C7E4-62BDE4E1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Reviewed existing file monitoring methods , cryptographic hash functions, security threats to files, and alert mechanisms to design a system that reliable detects </a:t>
            </a:r>
            <a:r>
              <a:rPr lang="en-US" dirty="0" err="1"/>
              <a:t>unathorized</a:t>
            </a:r>
            <a:r>
              <a:rPr lang="en-US" dirty="0"/>
              <a:t> file changes.</a:t>
            </a:r>
          </a:p>
          <a:p>
            <a:r>
              <a:rPr lang="en-US" dirty="0"/>
              <a:t>Explore the database and tools for implementation of the project like MYSQL ,SQLite or MongoDB to securely store file hashes ,logs and metadata for efficient monitoring and comparison. </a:t>
            </a:r>
          </a:p>
          <a:p>
            <a:r>
              <a:rPr lang="en-US" dirty="0"/>
              <a:t>Understand the Cryptographic Hash Function Alogrithm like SHA-256, MD5, SHA-1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46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230B-3FCC-6744-FCC3-7A701CB3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ENVIRONMENT SETUP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52F1-A0B7-F7B2-0910-3E11228DB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development environment was successfully set up with the following tools and resources:</a:t>
            </a:r>
          </a:p>
          <a:p>
            <a:r>
              <a:rPr lang="en-US" dirty="0"/>
              <a:t>Install Operating System : Windows 10/11,Linux(Ubuntu) or </a:t>
            </a:r>
            <a:r>
              <a:rPr lang="en-US" dirty="0" err="1"/>
              <a:t>macos</a:t>
            </a:r>
            <a:r>
              <a:rPr lang="en-US" dirty="0"/>
              <a:t>.</a:t>
            </a:r>
          </a:p>
          <a:p>
            <a:r>
              <a:rPr lang="en-US" dirty="0"/>
              <a:t>Install </a:t>
            </a:r>
            <a:r>
              <a:rPr lang="en-US" b="1" dirty="0"/>
              <a:t>Python </a:t>
            </a:r>
            <a:r>
              <a:rPr lang="en-US" dirty="0"/>
              <a:t>because it provide built-in cryptographic libraries, easy file handling, database support and rapid development , making it ideal for this project.</a:t>
            </a:r>
          </a:p>
          <a:p>
            <a:r>
              <a:rPr lang="en-IN" dirty="0"/>
              <a:t>Install Libraries : </a:t>
            </a:r>
            <a:r>
              <a:rPr lang="en-IN" dirty="0" err="1"/>
              <a:t>hashlib</a:t>
            </a:r>
            <a:r>
              <a:rPr lang="en-IN" dirty="0"/>
              <a:t> (for SHA-256 hashing), operating system (file operation), time(for scheduling), </a:t>
            </a:r>
          </a:p>
          <a:p>
            <a:r>
              <a:rPr lang="en-IN" dirty="0"/>
              <a:t>Set up Git and GitHub for version control and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365114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B513-0795-9A44-D883-3F234DE3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BACKENED EXPLORATION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56F74-7C65-BDCB-C025-E0C35C4AB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backend code was reviewed to understand how the system works</a:t>
            </a:r>
          </a:p>
          <a:p>
            <a:r>
              <a:rPr lang="en-US" b="1" dirty="0"/>
              <a:t>KEY OBSERAVATION:</a:t>
            </a:r>
            <a:endParaRPr lang="en-US" dirty="0"/>
          </a:p>
          <a:p>
            <a:r>
              <a:rPr lang="en-US" dirty="0"/>
              <a:t>Use cryptographic hash functions </a:t>
            </a:r>
            <a:r>
              <a:rPr lang="en-US" b="1" dirty="0"/>
              <a:t>(SHA-256 via </a:t>
            </a:r>
            <a:r>
              <a:rPr lang="en-US" b="1" dirty="0" err="1"/>
              <a:t>hashlib</a:t>
            </a:r>
            <a:r>
              <a:rPr lang="en-US" dirty="0"/>
              <a:t>) to generate unique fingerprints for each file</a:t>
            </a:r>
          </a:p>
          <a:p>
            <a:r>
              <a:rPr lang="en-US" dirty="0"/>
              <a:t>Store file metadata, hash values, and logs in </a:t>
            </a:r>
            <a:r>
              <a:rPr lang="en-US" b="1" dirty="0"/>
              <a:t>SQLite, MySQL, or PostgreSQL</a:t>
            </a:r>
            <a:r>
              <a:rPr lang="en-US" dirty="0"/>
              <a:t> for efficient retrieval and comparison.</a:t>
            </a:r>
          </a:p>
          <a:p>
            <a:r>
              <a:rPr lang="en-US" dirty="0"/>
              <a:t>Backend compares current file hashes with stored hashes to detect changes, additions, or deletions.</a:t>
            </a:r>
          </a:p>
          <a:p>
            <a:r>
              <a:rPr lang="en-US" dirty="0"/>
              <a:t>Secure database access and hash storage to prevent tampering with integrity data.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6634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76FE-9D30-FC99-F80F-1C809512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analysis faced during this project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62078-6A3D-F170-B8F5-33845338B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Handling large number of files </a:t>
            </a:r>
            <a:r>
              <a:rPr lang="en-US" dirty="0"/>
              <a:t>– Scanning and hashing thousand of files can be time – consuming and resource intensive.</a:t>
            </a:r>
          </a:p>
          <a:p>
            <a:r>
              <a:rPr lang="en-US" b="1" dirty="0"/>
              <a:t>Real time monitoring – </a:t>
            </a:r>
            <a:r>
              <a:rPr lang="en-US" dirty="0"/>
              <a:t>Implementing continuous monitoring without affecting performance was challenging.</a:t>
            </a:r>
            <a:endParaRPr lang="en-US" b="1" dirty="0"/>
          </a:p>
          <a:p>
            <a:r>
              <a:rPr lang="en-US" b="1" dirty="0"/>
              <a:t>Database Management –</a:t>
            </a:r>
            <a:r>
              <a:rPr lang="en-US" dirty="0"/>
              <a:t> Ensuring secure and efficient storage of hashes , logs and metadata required careful planning</a:t>
            </a:r>
          </a:p>
          <a:p>
            <a:r>
              <a:rPr lang="en-US" b="1" dirty="0"/>
              <a:t>Detecting Subtle changes – </a:t>
            </a:r>
            <a:r>
              <a:rPr lang="en-US" dirty="0"/>
              <a:t>Even a single – byte modification changes the hash testing and verifying such changes needed attention.</a:t>
            </a:r>
            <a:endParaRPr lang="en-US" b="1" dirty="0"/>
          </a:p>
          <a:p>
            <a:r>
              <a:rPr lang="en-IN" b="1" dirty="0"/>
              <a:t>User Notification and alert – </a:t>
            </a:r>
            <a:r>
              <a:rPr lang="en-IN" dirty="0"/>
              <a:t>Designing an alert system that is reliable without being intrusive or generating false positive</a:t>
            </a:r>
          </a:p>
          <a:p>
            <a:r>
              <a:rPr lang="en-IN" b="1" dirty="0"/>
              <a:t>Security of stored hashes – </a:t>
            </a:r>
            <a:r>
              <a:rPr lang="en-IN" dirty="0"/>
              <a:t>Protecting the stored hashes from tampering integrity of the monitoring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83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0297-C2C1-225B-51D4-0FB9FEBC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WEEKLY SUMMARY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F63CA-815D-862E-1DE0-FBD01767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the first week, the focus was on understanding the project concept, </a:t>
            </a:r>
            <a:r>
              <a:rPr lang="en-US" dirty="0" err="1"/>
              <a:t>analysing</a:t>
            </a:r>
            <a:r>
              <a:rPr lang="en-US" dirty="0"/>
              <a:t> the research paper, setting up the development environment , downloading the dataset, and setup GitHub respiratory</a:t>
            </a:r>
            <a:r>
              <a:rPr lang="en-IN" dirty="0"/>
              <a:t>. </a:t>
            </a:r>
          </a:p>
          <a:p>
            <a:r>
              <a:rPr lang="en-IN" dirty="0"/>
              <a:t>Analyse the challenges ,efficiency ensuring </a:t>
            </a:r>
            <a:r>
              <a:rPr lang="en-IN"/>
              <a:t>cross-platform compatibility.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14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568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PROJECT TITLE  : File Integrity Monitoring System Using Cryptographic Hashing  TEAM MEMBERS :  • PALAK UPADHYAY – 2410031609 • AYUSH ARNAV – 2410031533 •AYUSH KUMAR – 2410031217 • ATHARVA CHAVAN – 2410031695 •DAKSH VASHISTH – 2410031748 •PRESENTED T0 : DR SAURABH KUMAR • BATCH : 2CSE16 </vt:lpstr>
      <vt:lpstr>File Integrity Monitoring System Using Cryptographic Hashing</vt:lpstr>
      <vt:lpstr>Initial research on the project</vt:lpstr>
      <vt:lpstr>ENVIRONMENT SETUP</vt:lpstr>
      <vt:lpstr>BACKENED EXPLORATION</vt:lpstr>
      <vt:lpstr>Challenges analysis faced during this project</vt:lpstr>
      <vt:lpstr>WEEKLY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Palak Upadhyay</dc:creator>
  <cp:lastModifiedBy>Palak Upadhyay</cp:lastModifiedBy>
  <cp:revision>2</cp:revision>
  <dcterms:created xsi:type="dcterms:W3CDTF">2026-02-21T17:42:27Z</dcterms:created>
  <dcterms:modified xsi:type="dcterms:W3CDTF">2026-03-30T08:04:55Z</dcterms:modified>
</cp:coreProperties>
</file>